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5397500" cy="25146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Montaser Arabic" panose="020B0604020202020204" charset="-78"/>
      <p:regular r:id="rId7"/>
    </p:embeddedFont>
    <p:embeddedFont>
      <p:font typeface="Montaser Arabic Bold" panose="020B0604020202020204" charset="-78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75" d="100"/>
          <a:sy n="275" d="100"/>
        </p:scale>
        <p:origin x="222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F167F255-F81D-4D39-87B4-ACBBA827D2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2" y="0"/>
            <a:ext cx="5385955" cy="2514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D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7108" y="1797311"/>
            <a:ext cx="1197287" cy="624227"/>
          </a:xfrm>
          <a:custGeom>
            <a:avLst/>
            <a:gdLst/>
            <a:ahLst/>
            <a:cxnLst/>
            <a:rect l="l" t="t" r="r" b="b"/>
            <a:pathLst>
              <a:path w="1197287" h="624227">
                <a:moveTo>
                  <a:pt x="0" y="0"/>
                </a:moveTo>
                <a:lnTo>
                  <a:pt x="1197288" y="0"/>
                </a:lnTo>
                <a:lnTo>
                  <a:pt x="1197288" y="624227"/>
                </a:lnTo>
                <a:lnTo>
                  <a:pt x="0" y="624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57327" y="1201341"/>
            <a:ext cx="2891002" cy="13250"/>
          </a:xfrm>
          <a:custGeom>
            <a:avLst/>
            <a:gdLst/>
            <a:ahLst/>
            <a:cxnLst/>
            <a:rect l="l" t="t" r="r" b="b"/>
            <a:pathLst>
              <a:path w="2891002" h="13250">
                <a:moveTo>
                  <a:pt x="0" y="0"/>
                </a:moveTo>
                <a:lnTo>
                  <a:pt x="2891003" y="0"/>
                </a:lnTo>
                <a:lnTo>
                  <a:pt x="2891003" y="13251"/>
                </a:lnTo>
                <a:lnTo>
                  <a:pt x="0" y="1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737" y="1342514"/>
            <a:ext cx="35858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</a:t>
            </a:r>
          </a:p>
        </p:txBody>
      </p:sp>
      <p:sp>
        <p:nvSpPr>
          <p:cNvPr id="5" name="Freeform 5"/>
          <p:cNvSpPr/>
          <p:nvPr/>
        </p:nvSpPr>
        <p:spPr>
          <a:xfrm>
            <a:off x="365979" y="1518256"/>
            <a:ext cx="4882351" cy="22377"/>
          </a:xfrm>
          <a:custGeom>
            <a:avLst/>
            <a:gdLst/>
            <a:ahLst/>
            <a:cxnLst/>
            <a:rect l="l" t="t" r="r" b="b"/>
            <a:pathLst>
              <a:path w="4882351" h="22377">
                <a:moveTo>
                  <a:pt x="0" y="0"/>
                </a:moveTo>
                <a:lnTo>
                  <a:pt x="4882351" y="0"/>
                </a:lnTo>
                <a:lnTo>
                  <a:pt x="4882351" y="22378"/>
                </a:lnTo>
                <a:lnTo>
                  <a:pt x="0" y="223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0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45754" y="88597"/>
            <a:ext cx="1354246" cy="32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dirty="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R$ 80,00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34386" y="2266802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Manaus - AM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219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55491" y="-28509"/>
            <a:ext cx="2160000" cy="180900"/>
          </a:xfrm>
          <a:custGeom>
            <a:avLst/>
            <a:gdLst/>
            <a:ahLst/>
            <a:cxnLst/>
            <a:rect l="l" t="t" r="r" b="b"/>
            <a:pathLst>
              <a:path w="2160000" h="180900">
                <a:moveTo>
                  <a:pt x="0" y="0"/>
                </a:moveTo>
                <a:lnTo>
                  <a:pt x="2160000" y="0"/>
                </a:lnTo>
                <a:lnTo>
                  <a:pt x="2160000" y="180900"/>
                </a:lnTo>
                <a:lnTo>
                  <a:pt x="0" y="180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-10800000">
            <a:off x="-489329" y="2386606"/>
            <a:ext cx="6515491" cy="180900"/>
            <a:chOff x="0" y="0"/>
            <a:chExt cx="8687321" cy="24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10800000">
              <a:off x="292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807321" y="0"/>
              <a:ext cx="2880000" cy="241200"/>
            </a:xfrm>
            <a:custGeom>
              <a:avLst/>
              <a:gdLst/>
              <a:ahLst/>
              <a:cxnLst/>
              <a:rect l="l" t="t" r="r" b="b"/>
              <a:pathLst>
                <a:path w="2880000" h="241200">
                  <a:moveTo>
                    <a:pt x="0" y="0"/>
                  </a:moveTo>
                  <a:lnTo>
                    <a:pt x="2880000" y="0"/>
                  </a:lnTo>
                  <a:lnTo>
                    <a:pt x="2880000" y="241200"/>
                  </a:lnTo>
                  <a:lnTo>
                    <a:pt x="0" y="24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-47521" y="137932"/>
            <a:ext cx="1127521" cy="494700"/>
          </a:xfrm>
          <a:custGeom>
            <a:avLst/>
            <a:gdLst/>
            <a:ahLst/>
            <a:cxnLst/>
            <a:rect l="l" t="t" r="r" b="b"/>
            <a:pathLst>
              <a:path w="1127521" h="494700">
                <a:moveTo>
                  <a:pt x="0" y="0"/>
                </a:moveTo>
                <a:lnTo>
                  <a:pt x="1127521" y="0"/>
                </a:lnTo>
                <a:lnTo>
                  <a:pt x="1127521" y="494699"/>
                </a:lnTo>
                <a:lnTo>
                  <a:pt x="0" y="4946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79577" y="193542"/>
            <a:ext cx="2792348" cy="37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Cartão</a:t>
            </a:r>
            <a:r>
              <a:rPr lang="en-US" sz="2199" b="1" dirty="0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2199" b="1" dirty="0" err="1">
                <a:solidFill>
                  <a:srgbClr val="231F2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Presente</a:t>
            </a:r>
            <a:endParaRPr lang="en-US" sz="2199" b="1" dirty="0">
              <a:solidFill>
                <a:srgbClr val="231F2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354" y="1009846"/>
            <a:ext cx="236378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Pague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por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quantia</a:t>
            </a: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98517" y="941266"/>
            <a:ext cx="236378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Oitenta reais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2000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Av. Djalma Batista, 23- Chapada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2000" y="2259231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(92) 99375-7279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34386" y="2130344"/>
            <a:ext cx="1563303" cy="1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Validade: 31 de Janeiro de 2026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5E6BFC30-EF97-4FF5-AB3F-74BBD33870D9}"/>
              </a:ext>
            </a:extLst>
          </p:cNvPr>
          <p:cNvSpPr txBox="1"/>
          <p:nvPr/>
        </p:nvSpPr>
        <p:spPr>
          <a:xfrm>
            <a:off x="397320" y="1320135"/>
            <a:ext cx="4851010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200" dirty="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{{NOME_PRESENTEADO}}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40</Words>
  <Application>Microsoft Office PowerPoint</Application>
  <PresentationFormat>Personalizar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Montaser Arabic</vt:lpstr>
      <vt:lpstr>Calibri</vt:lpstr>
      <vt:lpstr>Montaser Arabic Bold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Cartão Presente</dc:title>
  <cp:lastModifiedBy>Antonio Rodrigues</cp:lastModifiedBy>
  <cp:revision>13</cp:revision>
  <dcterms:created xsi:type="dcterms:W3CDTF">2006-08-16T00:00:00Z</dcterms:created>
  <dcterms:modified xsi:type="dcterms:W3CDTF">2025-11-13T16:30:38Z</dcterms:modified>
  <dc:identifier>DAG4PClC-OE</dc:identifier>
</cp:coreProperties>
</file>