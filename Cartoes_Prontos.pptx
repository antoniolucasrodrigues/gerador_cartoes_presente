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</p:sldIdLst>
  <p:sldSz cx="5397500" cy="2514600"/>
  <p:notesSz cx="6858000" cy="9144000"/>
  <p:embeddedFontLst>
    <p:embeddedFont>
      <p:font typeface="Calibri" panose="020F0502020204030204" pitchFamily="34" charset="0"/>
      <p:regular r:id="rId144"/>
      <p:bold r:id="rId145"/>
      <p:italic r:id="rId146"/>
      <p:boldItalic r:id="rId147"/>
    </p:embeddedFont>
    <p:embeddedFont>
      <p:font typeface="Montaser Arabic" panose="020B0604020202020204" charset="-78"/>
      <p:regular r:id="rId148"/>
    </p:embeddedFont>
    <p:embeddedFont>
      <p:font typeface="Montaser Arabic Bold" panose="020B0604020202020204" charset="-78"/>
      <p:regular r:id="rId1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4631" autoAdjust="0"/>
  </p:normalViewPr>
  <p:slideViewPr>
    <p:cSldViewPr>
      <p:cViewPr varScale="1">
        <p:scale>
          <a:sx n="273" d="100"/>
          <a:sy n="273" d="100"/>
        </p:scale>
        <p:origin x="198" y="3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font" Target="fonts/font6.fntdata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font" Target="fonts/font1.fntdata"/><Relationship Id="rId90" Type="http://schemas.openxmlformats.org/officeDocument/2006/relationships/slide" Target="slides/slide8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F167F255-F81D-4D39-87B4-ACBBA827D2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2" y="0"/>
            <a:ext cx="5385955" cy="2514600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7F5E9925-04BE-4483-A5B9-017A8FF12207}"/>
              </a:ext>
            </a:extLst>
          </p:cNvPr>
          <p:cNvSpPr txBox="1"/>
          <p:nvPr userDrawn="1"/>
        </p:nvSpPr>
        <p:spPr>
          <a:xfrm>
            <a:off x="381000" y="1275255"/>
            <a:ext cx="4832350" cy="228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ADRIANA SERRA MARTINS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ADRIANO GOMES DA SILVA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ALCINEIA BARRONCAS LOPES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ALCIONE PAIXAO PINTO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ALDEMIR BENTES DA SILVA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ALEXANDRE DE LEMOS FERREIRA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ALEXSSANDRO ALVES DE SOUZA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AMANDA BARBOSA DE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AMARILDO COSTA BARBOSA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AMARILDO COSTA BARBOSA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ANA PAULA DE OLIVEIRA PEIXOTO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BRAITINER OSVANILDO RIBEIRO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CARLOS JOSE FERREIRA PIRES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CESAR AUGUSTO OLIVEIRA DE OLIVEIRA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CHARLES FERREIRA BIZERRA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CLEBSON ANDRADE DOS SANTOS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CLEBSON ANDRADE DOS SANTOS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CLEUTON DA SILVA OLIVEIRA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DANIELE DE LIMA SCHNEIDER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DANIELE DE SOUZA FREITAS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DANIELE DE SOUZA FREITAS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DANILO PEREIRA DE SOUZA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DAYANNE DE SOUZA OLIVEIRA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DAYANNE DE SOUZA OLIVEIRA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DEBORAH CRISTINA GOES DE ARAUJO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4750" y="196129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DEBORAH MONTEIRO SALGADO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DEBORAH MONTEIRO SALGADO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DELMO FARIAS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DENIS REBOUCAS DE SOUZA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DENIS REBOUCAS DE SOUZA 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EDINALDO DOS SANTOS OLIVEIRA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ELESSAN RUBEM DOS SANTOS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ELESSAN RUBEM DOS SANTOS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ELIZEU AZEDO BRILHANTE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ENOCK GOMES GAMA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ERIK EDUARDO NEVES PINTO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EUCINEY LIRA DE SERRA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EVANDO SANTOS NUNES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FABIAN ALVES COSTA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FABIAN ALVES COSTA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FELIPE DE MEDEIROS MARTINS 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FIRMINO JOSE RODRIGUES NETO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FRANCILENE BEZERRA DE LIMA 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FRANCILENE BEZERRA DE LIMA 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FRANCIMERE GIMAQUE GIL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FRANCIMERE GIMAQUE GIL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FRANCISCO ALMEIDA NERIS 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FRANCISCO ALMEIDA NERIS 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FRANCISCO TEIXEIRA GUEDES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FRANCISCO TEIXEIRA GUEDES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FRANKLIN ALVES LINS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FRANKLIN ALVES LINS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GEORGE VITOR FARIAS BONFIM 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GERSON BEZERRA SILVA 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GERSON BEZERRA SILVA 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GLACILIETE MENEZES DA ROCHA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GLAUCU ROCHA NOGUEIRA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ICARO NUNES DE ASSIS 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ICARO NUNES DE ASSIS  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ISTARLY PACHECO DOS SANTOS 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IVAN DA ROCHA ATAIDE 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JAKSON DOS SANTOS RAMOS 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JAKSON DOS SANTOS RAMOS 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JANICE SOLES DA SILVA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JARBAS CARVALHO BENTES FILHO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JARBAS CARVALHO BENTES FILHO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JEFFERSON CHRISTIANO BACKES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JEFFERSON CHRISTIANO BACKES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JERRY ADRIANO RAMIRES PINTO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JOSE DOS SANTOS VASCONCELOS JUNIOR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JOSE LAZARO RAMIRES RABELO  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JOSE LUCIANO DOS SANTOS TAVEIRA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JOSE LUCIANO DOS SANTOS TAVEIRA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KATHLEEN CRUZ MOURA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KATHLEEN CRUZ MOURA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KLISMAN DENNEURY RODRIGUES DE SOUZA  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LUCIENE DA SILVA MARTINS 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LUCIENE DA SILVA MARTINS 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LUIZ MAURICIO DUTRA CARNEIRO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MAIZANO DA SILVA LIMA 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MAIZANO DA SILVA LIMA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MAIZANO DA SILVA LIMA 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MARCELO BARROSO GOMES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MARCIA BARROSO FERREIRA  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MARCIA DE SOUZA RIBEIRO  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MARCIO DE OLIVEIRA FELIX 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MARCIO DE OLIVEIRA FELIX 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MARIA NUNES CASTRO 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MARINES FERREIRA VIANA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MARIO GERSON CHAVES PINHEIRO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MARIO GERSON CHAVES PINHEIRO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MARLON SANTOS MARQUES 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MICHELE NOGUEIRA TEIXEIRA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NAIARA ALENCAR DA SILVA  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NEILSON RAMOS SOUZA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NEILSON RAMOS SOUZA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PALOMA CONCEICAO ALFAIA VAZ 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PAULO CESAR DUARTE DA SILVA JUNIOR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PAULO CESAR DUARTE DA SILVA JUNIOR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PAULO PEREIRA DA SILVA DUTRA FILHO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PEDRO GALUCIO JUNIOR  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RAILON GOMES DA SILVA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RAIMUNDO MONTEIRO SAMPAIO DA SILVA JUNIOR  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RAINIER DA SILVA FREITAS 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REGIANE FIGUEIREDO BATISTA  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REGIANE HORTA BATISTA 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REVISON MATTA DE SOUZA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REVISON MATTA DE SOUZA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RHAMILLY RIOS COSTA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RHAMILLY RIOS COSTA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RITANGELA GOMES PRADO SANTOS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ROMARIO LIMEIRA DA FREITAS  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RONALDO CARMO LIMA DA SILVA 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ROSICLEI CASTRO DA SILVA 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ROSICLEI CASTRO DA SILVA 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ROSILENE BELEM DOS SANTOS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SANDRO BRITO E SILVA  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SANDRO BRITO E SILVA  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SANDRO BRITO E SILVA  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SANDRO BRITO E SILVA  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SANDRO CUNHA COSTA 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SANDRO CUNHA COSTA 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SARA GOMES DE ARAUJO VASCONCELOS  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SARA OZORIO MONTEIRO  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SILVANA SILVA DE SOUZA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SILVANA SILVA DE SOUZA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STEFANO DAVID CAVALCANTE ROMERO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STEFANO DAVID CAVALCANTE ROMERO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TENISSE MARCIO MENDONCA REIS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THIAGO PASSOS BATISTA 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THIAGO PASSOS BATISTA 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THIAGO PINHEIRO DOS SANTOS  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THIAGO PINHEIRO DOS SANTOS  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TIRLA ALFAIA DA SILVA 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UAGLAS GARCIA DOS SANTOS 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UAGLAS GARCIA DOS SANTOS 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VALERIA SANTOS DA SILVA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VANESSA OLIVEIRA VENTURA 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WALCILENE SARMENTO DOS SANTOS  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WANDER KLEY CARDOSO DE CASTRO  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WANDER KLEY CARDOSO DE CASTRO  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sz="1400" b="0">
                <a:solidFill>
                  <a:srgbClr val="000000"/>
                </a:solidFill>
                <a:latin typeface="Montserrat Arabic"/>
              </a:rPr>
              <a:t>WANDER KLEY CARDOSO DE CASTRO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5504</Words>
  <Application>Microsoft Office PowerPoint</Application>
  <PresentationFormat>Personalizar</PresentationFormat>
  <Paragraphs>1418</Paragraphs>
  <Slides>142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142</vt:i4>
      </vt:variant>
    </vt:vector>
  </HeadingPairs>
  <TitlesOfParts>
    <vt:vector size="148" baseType="lpstr">
      <vt:lpstr>Arial</vt:lpstr>
      <vt:lpstr>Montaser Arabic</vt:lpstr>
      <vt:lpstr>Calibri</vt:lpstr>
      <vt:lpstr>Montaser Arabic Bold</vt:lpstr>
      <vt:lpstr>Montserrat Arabic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Cartão Presente</dc:title>
  <cp:lastModifiedBy>Antonio Rodrigues</cp:lastModifiedBy>
  <cp:revision>14</cp:revision>
  <dcterms:created xsi:type="dcterms:W3CDTF">2006-08-16T00:00:00Z</dcterms:created>
  <dcterms:modified xsi:type="dcterms:W3CDTF">2025-11-13T16:30:29Z</dcterms:modified>
  <dc:identifier>DAG4PClC-OE</dc:identifier>
</cp:coreProperties>
</file>